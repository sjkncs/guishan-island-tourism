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桂山岛游客画像分析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Microsoft YaHei"/>
              </a:defRPr>
            </a:pPr>
            <a:r>
              <a:t>基于高德云图AOI级客流数据 | 2025.11 - 2026.06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99999"/>
                </a:solidFill>
                <a:latin typeface="Microsoft YaHei"/>
              </a:defRPr>
            </a:pPr>
            <a:r>
              <a:t>珠海桂山岛风景区(4A) / 香洲区桂山镇 / 城乡规划研究组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2744"/>
                </a:solidFill>
                <a:latin typeface="Microsoft YaHei"/>
              </a:defRPr>
            </a:pPr>
            <a:r>
              <a:t>数据概览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Microsoft YaHei"/>
              </a:defRPr>
            </a:pPr>
            <a:r>
              <a:t>月均日客流(UV): 约5000 (AOI级, 桂山岛风景区范围内)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Microsoft YaHei"/>
              </a:defRPr>
            </a:pPr>
            <a:r>
              <a:t>月活跃人口(UV): 7462 (月内曾到访桂山岛的人群)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Microsoft YaHei"/>
              </a:defRPr>
            </a:pPr>
            <a:r>
              <a:t>居住人口(UV): 1605 (岛上常住居民)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Microsoft YaHei"/>
              </a:defRPr>
            </a:pPr>
            <a:r>
              <a:t>数据源: 高德云图AOI接口 (B0FFFQ7RVA)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Microsoft YaHei"/>
              </a:defRPr>
            </a:pPr>
            <a:r>
              <a:t>时间范围: 2025年11月 - 2026年6月 (共8个月)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Microsoft YaHei"/>
              </a:defRPr>
            </a:pPr>
            <a:r>
              <a:t>说明: 高德API最早可查2025年11月, 7-10月暑期数据不可获取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Microsoft YaHei"/>
              </a:defRPr>
            </a:pPr>
            <a:r>
              <a:t>UV为人口指数, 非实际人数, 需结合船票数据校准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2744"/>
                </a:solidFill>
                <a:latin typeface="Microsoft YaHei"/>
              </a:defRPr>
            </a:pPr>
            <a:r>
              <a:t>客流月度趋势 (2025.11 - 2026.06)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Microsoft YaHei"/>
              </a:defRPr>
            </a:pPr>
            <a:r>
              <a:t>UV趋势: 4562(1月低谷) -&gt; 5447(5月高峰), 整体稳定在4700-5400区间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Microsoft YaHei"/>
              </a:defRPr>
            </a:pPr>
            <a:r>
              <a:t>冬季(11-12月): 男性占比高达76-78%, 可能为海钓/户外爱好者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Microsoft YaHei"/>
              </a:defRPr>
            </a:pPr>
            <a:r>
              <a:t>春节(2月): 女性占比跃升至41.7%(全年最高), 家庭出游特征明显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Microsoft YaHei"/>
              </a:defRPr>
            </a:pPr>
            <a:r>
              <a:t>春季(3-5月): 客流回升至5000+, 女性占比稳定在35%左右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Microsoft YaHei"/>
              </a:defRPr>
            </a:pPr>
            <a:r>
              <a:t>6月回落至4994, 进入暑期前过渡期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2744"/>
                </a:solidFill>
                <a:latin typeface="Microsoft YaHei"/>
              </a:defRPr>
            </a:pPr>
            <a:r>
              <a:t>年龄结构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Microsoft YaHei"/>
              </a:defRPr>
            </a:pPr>
            <a:r>
              <a:t>核心客群: 35-54岁占比超60%, 中年家庭客群为绝对主力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Microsoft YaHei"/>
              </a:defRPr>
            </a:pPr>
            <a:r>
              <a:t>其中35-39岁(15-17%)和40-44岁(14-18%)为两个峰值段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Microsoft YaHei"/>
              </a:defRPr>
            </a:pPr>
            <a:r>
              <a:t>50-54岁占14-16%, 中老年客群比例显著高于城市平均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Microsoft YaHei"/>
              </a:defRPr>
            </a:pPr>
            <a:r>
              <a:t>19-24岁仅4-5%(1月异常升至9.1%, 可能元旦假期效应)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Microsoft YaHei"/>
              </a:defRPr>
            </a:pPr>
            <a:r>
              <a:t>25-34岁合计约20%, 青年客群占比偏低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Microsoft YaHei"/>
              </a:defRPr>
            </a:pPr>
            <a:r>
              <a:t>启示: 青年市场(露营/水上运动/社交媒体打卡)存在增长空间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2744"/>
                </a:solidFill>
                <a:latin typeface="Microsoft YaHei"/>
              </a:defRPr>
            </a:pPr>
            <a:r>
              <a:t>消费特征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Microsoft YaHei"/>
              </a:defRPr>
            </a:pPr>
            <a:r>
              <a:t>消费水平: 中等(45%)+中高(27%)合计超70%, 高消费仅9-12%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Microsoft YaHei"/>
              </a:defRPr>
            </a:pPr>
            <a:r>
              <a:t>餐饮消费: 50元以下占54%, 50-99元占41% -&gt; 岛上餐饮定价应控制在100元以内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Microsoft YaHei"/>
              </a:defRPr>
            </a:pPr>
            <a:r>
              <a:t>酒店消费: 0-99元(49%)+100-299元(41%) -&gt; 民宿/经济型占90%, 高端仅3%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Microsoft YaHei"/>
              </a:defRPr>
            </a:pPr>
            <a:r>
              <a:t>消费季节性: 2月(春节)高消费占比12.3%为全年最高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Microsoft YaHei"/>
              </a:defRPr>
            </a:pPr>
            <a:r>
              <a:t>岛民消费: 低+中占87%, 远低于游客水平, 反映岛上收入结构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2744"/>
                </a:solidFill>
                <a:latin typeface="Microsoft YaHei"/>
              </a:defRPr>
            </a:pPr>
            <a:r>
              <a:t>酒店偏好对比: 桂山岛 vs 香洲区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Microsoft YaHei"/>
              </a:defRPr>
            </a:pPr>
            <a:r>
              <a:t>桂山岛AOI: 四星27% &gt; 旅馆招待所23% &gt; 五星23% &gt; 三星15% &gt; 经济连锁12%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Microsoft YaHei"/>
              </a:defRPr>
            </a:pPr>
            <a:r>
              <a:t>香洲区整体: 五星33% &gt; 旅馆招待所22% &gt; 四星21% &gt; 三星14% &gt; 经济连锁10%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Microsoft YaHei"/>
              </a:defRPr>
            </a:pPr>
            <a:r>
              <a:t>差异: 桂山岛旅馆招待所(民宿)占比高于区级, 五星级低于区级10个百分点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Microsoft YaHei"/>
              </a:defRPr>
            </a:pPr>
            <a:r>
              <a:t>解读: 岛上住宿以特色民宿+品牌酒店为主, 高端度假需求有限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Microsoft YaHei"/>
              </a:defRPr>
            </a:pPr>
            <a:r>
              <a:t>建议: 发展精品民宿而非高端酒店, 四星/民宿是主力供给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2744"/>
                </a:solidFill>
                <a:latin typeface="Microsoft YaHei"/>
              </a:defRPr>
            </a:pPr>
            <a:r>
              <a:t>交通方式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Microsoft YaHei"/>
              </a:defRPr>
            </a:pPr>
            <a:r>
              <a:t>长途交通: 火车58%, 飞机30%, 汽车11%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Microsoft YaHei"/>
              </a:defRPr>
            </a:pPr>
            <a:r>
              <a:t>飞机占比30%高于香洲区整体24% -&gt; 桂山岛吸引较多远程(省外/境外)游客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Microsoft YaHei"/>
              </a:defRPr>
            </a:pPr>
            <a:r>
              <a:t>日常出行: 驾车35%, 地铁20%, 火车15%, 打车10%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Microsoft YaHei"/>
              </a:defRPr>
            </a:pPr>
            <a:r>
              <a:t>地铁占比20%说明大量游客来自有地铁的城市(广深珠等)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Microsoft YaHei"/>
              </a:defRPr>
            </a:pPr>
            <a:r>
              <a:t>岛上无机动车, 步行+骑行是主要出行方式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Microsoft YaHei"/>
              </a:defRPr>
            </a:pPr>
            <a:r>
              <a:t>建议: 优化码头接驳, 增加船班频次, 完善岛上步行系统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2744"/>
                </a:solidFill>
                <a:latin typeface="Microsoft YaHei"/>
              </a:defRPr>
            </a:pPr>
            <a:r>
              <a:t>岛民画像 vs 游客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Microsoft YaHei"/>
              </a:defRPr>
            </a:pPr>
            <a:r>
              <a:t>居住人口UV 1605, 活跃人口UV 7462 (游客约为居民4.6倍)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Microsoft YaHei"/>
              </a:defRPr>
            </a:pPr>
            <a:r>
              <a:t>岛民年龄: 40-54岁占47%(近半数), 比游客更老龄化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Microsoft YaHei"/>
              </a:defRPr>
            </a:pPr>
            <a:r>
              <a:t>岛民职业: 商业服务46%(民宿/餐饮/旅游), 公司职员34%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Microsoft YaHei"/>
              </a:defRPr>
            </a:pPr>
            <a:r>
              <a:t>岛民消费: 低+中占87%, 中高+高仅12.5%(游客为36%)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Microsoft YaHei"/>
              </a:defRPr>
            </a:pPr>
            <a:r>
              <a:t>岛上经济高度依赖旅游服务业, 产业结构单一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Microsoft YaHei"/>
              </a:defRPr>
            </a:pPr>
            <a:r>
              <a:t>建议: 发展渔旅融合/文创产品, 增加非住宿类收入来源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2744"/>
                </a:solidFill>
                <a:latin typeface="Microsoft YaHei"/>
              </a:defRPr>
            </a:pPr>
            <a:r>
              <a:t>规划建议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Microsoft YaHei"/>
              </a:defRPr>
            </a:pPr>
            <a:r>
              <a:t>目标客群: 35-50岁家庭客群(中等消费力), 兼顾青年市场拓展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Microsoft YaHei"/>
              </a:defRPr>
            </a:pPr>
            <a:r>
              <a:t>住宿: 以民宿/精品酒店为主(占需求90%), 控制高端酒店供给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Microsoft YaHei"/>
              </a:defRPr>
            </a:pPr>
            <a:r>
              <a:t>餐饮: 人均控制在100元以内, 发展特色海鲜/渔家体验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Microsoft YaHei"/>
              </a:defRPr>
            </a:pPr>
            <a:r>
              <a:t>交通: 优化珠海-桂山岛船班(火车+飞机为主要到达方式)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Microsoft YaHei"/>
              </a:defRPr>
            </a:pPr>
            <a:r>
              <a:t>青年市场: 海岛露营/水上运动/社交媒体打卡, 提升19-29岁占比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Microsoft YaHei"/>
              </a:defRPr>
            </a:pPr>
            <a:r>
              <a:t>季节性: 冬季开发海钓/观星活动(男性78%), 春季拓展亲子产品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Microsoft YaHei"/>
              </a:defRPr>
            </a:pPr>
            <a:r>
              <a:t>岛民: 发展渔旅融合/文创, 降低对住宿业的过度依赖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2744"/>
                </a:solidFill>
                <a:latin typeface="Microsoft YaHei"/>
              </a:defRPr>
            </a:pPr>
            <a:r>
              <a:t>数据局限性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Microsoft YaHei"/>
              </a:defRPr>
            </a:pPr>
            <a:r>
              <a:t>时间范围: AOI数据最早2025年11月, 缺失7-10月暑期旺季数据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Microsoft YaHei"/>
              </a:defRPr>
            </a:pPr>
            <a:r>
              <a:t>行政区接口同样最早2025年11月, 无法回溯更长时间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Microsoft YaHei"/>
              </a:defRPr>
            </a:pPr>
            <a:r>
              <a:t>UV为高德人口指数, 非实际到岛人数, 需结合船票销售数据校准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Microsoft YaHei"/>
              </a:defRPr>
            </a:pPr>
            <a:r>
              <a:t>消费数据基于高德用户行为画像, 不覆盖非高德用户群体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Microsoft YaHei"/>
              </a:defRPr>
            </a:pPr>
            <a:r>
              <a:t>AOI范围为桂山岛风景区, 不含周边岛屿(东澳岛/外伶仃岛等)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Microsoft YaHei"/>
              </a:defRPr>
            </a:pPr>
            <a:r>
              <a:t>建议: 实地调研期间采集船票数据+问卷调查, 与云图数据交叉验证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